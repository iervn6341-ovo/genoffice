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notesMasterView">
  <p:normalViewPr>
    <p:restoredLeft sz="15611"/>
    <p:restoredTop sz="94675"/>
  </p:normalViewPr>
  <p:slideViewPr>
    <p:cSldViewPr snapToGrid="0" snapToObjects="1">
      <p:cViewPr varScale="1">
        <p:scale>
          <a:sx n="119" d="100"/>
          <a:sy n="119" d="100"/>
        </p:scale>
        <p:origin x="8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95" d="100"/>
          <a:sy n="95" d="100"/>
        </p:scale>
        <p:origin x="4360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 Placeholder 2"/>
          <p:cNvSpPr>
            <a:spLocks noGrp="1"/>
          </p:cNvSpPr>
          <p:nvPr>
            <p:ph type="hdr"/>
          </p:nvPr>
        </p:nvSpPr>
        <p:spPr>
          <a:xfrm>
            <a:off x="457200" y="182880"/>
            <a:ext cx="4114800" cy="320040"/>
          </a:xfrm>
          <a:prstGeom prst="rect">
            <a:avLst/>
          </a:prstGeom>
        </p:spPr>
        <p:txBody>
          <a:bodyPr/>
          <a:lstStyle/>
          <a:p>
            <a:r>
              <a:rPr lang="en-US" sz="1200"/>
              <a:t>NOTES_HEADER_NATIVE_2026</a:t>
            </a:r>
          </a:p>
        </p:txBody>
      </p:sp>
      <p:sp>
        <p:nvSpPr>
          <p:cNvPr id="3" name="ftr Placeholder 3"/>
          <p:cNvSpPr>
            <a:spLocks noGrp="1"/>
          </p:cNvSpPr>
          <p:nvPr>
            <p:ph type="ftr"/>
          </p:nvPr>
        </p:nvSpPr>
        <p:spPr>
          <a:xfrm>
            <a:off x="2286000" y="8595360"/>
            <a:ext cx="2286000" cy="320040"/>
          </a:xfrm>
          <a:prstGeom prst="rect">
            <a:avLst/>
          </a:prstGeom>
        </p:spPr>
        <p:txBody>
          <a:bodyPr/>
          <a:lstStyle/>
          <a:p>
            <a:r>
              <a:rPr lang="en-US" sz="1200"/>
              <a:t>HANDOUT_FOOTER_NATIVE_2026_EDITED</a:t>
            </a:r>
          </a:p>
        </p:txBody>
      </p:sp>
      <p:sp>
        <p:nvSpPr>
          <p:cNvPr id="4" name="dt Placeholder 4"/>
          <p:cNvSpPr>
            <a:spLocks noGrp="1"/>
          </p:cNvSpPr>
          <p:nvPr>
            <p:ph type="dt"/>
          </p:nvPr>
        </p:nvSpPr>
        <p:spPr>
          <a:xfrm>
            <a:off x="457200" y="8595360"/>
            <a:ext cx="1828800" cy="320040"/>
          </a:xfrm>
          <a:prstGeom prst="rect">
            <a:avLst/>
          </a:prstGeom>
        </p:spPr>
        <p:txBody>
          <a:bodyPr/>
          <a:lstStyle/>
          <a:p>
            <a:fld id="{EB6DE7D1-4A36-4CBD-A002-C09E9DBAB943}" type="datetime10">
              <a:rPr lang="en-US" sz="1200"/>
              <a:t>15:36</a:t>
            </a:fld>
            <a:endParaRPr lang="en-US" sz="1200"/>
          </a:p>
        </p:txBody>
      </p:sp>
      <p:sp>
        <p:nvSpPr>
          <p:cNvPr id="5" name="sldNum Placeholder 5"/>
          <p:cNvSpPr>
            <a:spLocks noGrp="1"/>
          </p:cNvSpPr>
          <p:nvPr>
            <p:ph type="sldNum"/>
          </p:nvPr>
        </p:nvSpPr>
        <p:spPr>
          <a:xfrm>
            <a:off x="5486400" y="8595360"/>
            <a:ext cx="914400" cy="320040"/>
          </a:xfrm>
          <a:prstGeom prst="rect">
            <a:avLst/>
          </a:prstGeom>
        </p:spPr>
        <p:txBody>
          <a:bodyPr/>
          <a:lstStyle/>
          <a:p>
            <a:fld id="{3C3E36EC-78B8-4366-9541-6F930CE5F443}" type="slidenum">
              <a:rPr lang="en-US" sz="1200"/>
              <a:t>‹#›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 Placeholder 2"/>
          <p:cNvSpPr>
            <a:spLocks noGrp="1"/>
          </p:cNvSpPr>
          <p:nvPr>
            <p:ph type="hdr"/>
          </p:nvPr>
        </p:nvSpPr>
        <p:spPr>
          <a:xfrm>
            <a:off x="457200" y="182880"/>
            <a:ext cx="4114800" cy="320040"/>
          </a:xfrm>
          <a:prstGeom prst="rect">
            <a:avLst/>
          </a:prstGeom>
        </p:spPr>
        <p:txBody>
          <a:bodyPr/>
          <a:lstStyle/>
          <a:p>
            <a:r>
              <a:rPr lang="en-US" sz="1200"/>
              <a:t>NOTES_HEADER_NATIVE_2026</a:t>
            </a:r>
          </a:p>
        </p:txBody>
      </p:sp>
      <p:sp>
        <p:nvSpPr>
          <p:cNvPr id="3" name="ftr Placeholder 3"/>
          <p:cNvSpPr>
            <a:spLocks noGrp="1"/>
          </p:cNvSpPr>
          <p:nvPr>
            <p:ph type="ftr"/>
          </p:nvPr>
        </p:nvSpPr>
        <p:spPr>
          <a:xfrm>
            <a:off x="2286000" y="8595360"/>
            <a:ext cx="2286000" cy="320040"/>
          </a:xfrm>
          <a:prstGeom prst="rect">
            <a:avLst/>
          </a:prstGeom>
        </p:spPr>
        <p:txBody>
          <a:bodyPr/>
          <a:lstStyle/>
          <a:p>
            <a:r>
              <a:rPr lang="en-US" sz="1200"/>
              <a:t>HANDOUT_FOOTER_NATIVE_2026_EDITED</a:t>
            </a:r>
          </a:p>
        </p:txBody>
      </p:sp>
      <p:sp>
        <p:nvSpPr>
          <p:cNvPr id="4" name="dt Placeholder 4"/>
          <p:cNvSpPr>
            <a:spLocks noGrp="1"/>
          </p:cNvSpPr>
          <p:nvPr>
            <p:ph type="dt"/>
          </p:nvPr>
        </p:nvSpPr>
        <p:spPr>
          <a:xfrm>
            <a:off x="457200" y="8595360"/>
            <a:ext cx="1828800" cy="320040"/>
          </a:xfrm>
          <a:prstGeom prst="rect">
            <a:avLst/>
          </a:prstGeom>
        </p:spPr>
        <p:txBody>
          <a:bodyPr/>
          <a:lstStyle/>
          <a:p>
            <a:fld id="{2881C7CE-CAB6-4D62-9066-791D0632F0C0}" type="datetime10">
              <a:rPr lang="en-US" sz="1200"/>
              <a:t>15:36</a:t>
            </a:fld>
            <a:endParaRPr lang="en-US" sz="1200"/>
          </a:p>
        </p:txBody>
      </p:sp>
      <p:sp>
        <p:nvSpPr>
          <p:cNvPr id="5" name="sldNum Placeholder 5"/>
          <p:cNvSpPr>
            <a:spLocks noGrp="1"/>
          </p:cNvSpPr>
          <p:nvPr>
            <p:ph type="sldNum"/>
          </p:nvPr>
        </p:nvSpPr>
        <p:spPr>
          <a:xfrm>
            <a:off x="5486400" y="8595360"/>
            <a:ext cx="914400" cy="320040"/>
          </a:xfrm>
          <a:prstGeom prst="rect">
            <a:avLst/>
          </a:prstGeom>
        </p:spPr>
        <p:txBody>
          <a:bodyPr/>
          <a:lstStyle/>
          <a:p>
            <a:fld id="{284AD005-FC11-4ED3-8B67-DAF18C4EB123}" type="slidenum">
              <a:rPr lang="en-US" sz="1200"/>
              <a:t>‹#›</a:t>
            </a:fld>
            <a:endParaRPr lang="en-US" sz="1200"/>
          </a:p>
        </p:txBody>
      </p:sp>
      <p:sp>
        <p:nvSpPr>
          <p:cNvPr id="6" name="投影片影像版面配置區 5">
            <a:extLst>
              <a:ext uri="{FF2B5EF4-FFF2-40B4-BE49-F238E27FC236}">
                <a16:creationId xmlns:a16="http://schemas.microsoft.com/office/drawing/2014/main" id="{CC2A7640-F266-7B78-A27C-880D6B811A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7" name="備忘稿版面配置區 6">
            <a:extLst>
              <a:ext uri="{FF2B5EF4-FFF2-40B4-BE49-F238E27FC236}">
                <a16:creationId xmlns:a16="http://schemas.microsoft.com/office/drawing/2014/main" id="{34105A08-1104-63B9-9837-E524D6E849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Fiscal Year 2026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484858" y="6377940"/>
            <a:ext cx="1097253" cy="308610"/>
          </a:xfrm>
          <a:prstGeom prst="rect">
            <a:avLst/>
          </a:prstGeom>
        </p:spPr>
        <p:txBody>
          <a:bodyPr vert="horz" lIns="0" tIns="0" rIns="0" bIns="0" rtlCol="0" anchor="ctr"/>
          <a:lstStyle/>
          <a:p>
            <a:pPr algn="r"/>
            <a:fld id="{359A4EA3-D541-E6BF-BA44-653C776AFC8C}" type="slidenum">
              <a:rPr sz="1200">
                <a:solidFill>
                  <a:srgbClr val="898989"/>
                </a:solidFill>
              </a:rPr>
              <a:t>0</a:t>
            </a:fld>
            <a:endParaRPr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results</a:t>
            </a:r>
          </a:p>
          <a:p>
            <a:r>
              <a:t>Product updates</a:t>
            </a:r>
          </a:p>
          <a:p>
            <a:r>
              <a:t>Roadmap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484858" y="6377940"/>
            <a:ext cx="1097253" cy="308610"/>
          </a:xfrm>
          <a:prstGeom prst="rect">
            <a:avLst/>
          </a:prstGeom>
        </p:spPr>
        <p:txBody>
          <a:bodyPr vert="horz" lIns="0" tIns="0" rIns="0" bIns="0" rtlCol="0" anchor="ctr"/>
          <a:lstStyle/>
          <a:p>
            <a:pPr algn="r"/>
            <a:fld id="{05CEE793-6E24-BC6F-71DD-7FE8BD213BE2}" type="slidenum">
              <a:rPr sz="1200">
                <a:solidFill>
                  <a:srgbClr val="898989"/>
                </a:solidFill>
              </a:rPr>
              <a:t>1</a:t>
            </a:fld>
            <a:endParaRPr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2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2937"/>
                </a:solidFill>
              </a:rPr>
              <a:t>Key Results</a:t>
            </a:r>
          </a:p>
        </p:txBody>
      </p:sp>
      <p:pic>
        <p:nvPicPr>
          <p:cNvPr id="4" name="Picture 3" descr="_tm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6400" y="228600"/>
            <a:ext cx="1000000" cy="600000"/>
          </a:xfrm>
          <a:prstGeom prst="rect">
            <a:avLst/>
          </a:prstGeom>
        </p:spPr>
      </p:pic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84858" y="6377940"/>
            <a:ext cx="1097253" cy="308610"/>
          </a:xfrm>
          <a:prstGeom prst="rect">
            <a:avLst/>
          </a:prstGeom>
        </p:spPr>
        <p:txBody>
          <a:bodyPr vert="horz" lIns="0" tIns="0" rIns="0" bIns="0" rtlCol="0" anchor="ctr"/>
          <a:lstStyle/>
          <a:p>
            <a:pPr algn="r"/>
            <a:fld id="{3A8E8D4D-5E7A-B9D2-09D7-B4B0D14AC944}" type="slidenum">
              <a:rPr sz="1200">
                <a:solidFill>
                  <a:srgbClr val="898989"/>
                </a:solidFill>
              </a:rPr>
              <a:t>2</a:t>
            </a:fld>
            <a:endParaRPr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Region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102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YoY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$12.3M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t>EMEA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484858" y="6377940"/>
            <a:ext cx="1097253" cy="308610"/>
          </a:xfrm>
          <a:prstGeom prst="rect">
            <a:avLst/>
          </a:prstGeom>
        </p:spPr>
        <p:txBody>
          <a:bodyPr vert="horz" lIns="0" tIns="0" rIns="0" bIns="0" rtlCol="0" anchor="ctr"/>
          <a:lstStyle/>
          <a:p>
            <a:pPr algn="r"/>
            <a:fld id="{07C1C3E6-84D3-31EA-641E-1502573DEF79}" type="slidenum">
              <a:rPr sz="1200">
                <a:solidFill>
                  <a:srgbClr val="898989"/>
                </a:solidFill>
              </a:rPr>
              <a:t>3</a:t>
            </a:fld>
            <a:endParaRPr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484858" y="6377940"/>
            <a:ext cx="1097253" cy="308610"/>
          </a:xfrm>
          <a:prstGeom prst="rect">
            <a:avLst/>
          </a:prstGeom>
        </p:spPr>
        <p:txBody>
          <a:bodyPr vert="horz" lIns="0" tIns="0" rIns="0" bIns="0" rtlCol="0" anchor="ctr"/>
          <a:lstStyle/>
          <a:p>
            <a:pPr algn="r"/>
            <a:fld id="{B3A72D8E-8929-7BFC-C079-208020882629}" type="slidenum">
              <a:rPr sz="1200">
                <a:solidFill>
                  <a:srgbClr val="898989"/>
                </a:solidFill>
              </a:rPr>
              <a:t>4</a:t>
            </a:fld>
            <a:endParaRPr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</Words>
  <Application>Microsoft Macintosh PowerPoint</Application>
  <PresentationFormat>寬螢幕</PresentationFormat>
  <Paragraphs>24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Q3 Business Review</vt:lpstr>
      <vt:lpstr>Agenda</vt:lpstr>
      <vt:lpstr>PowerPoint 簡報</vt:lpstr>
      <vt:lpstr>Revenue by Region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陳翰祺</cp:lastModifiedBy>
  <cp:revision>2</cp:revision>
  <dcterms:created xsi:type="dcterms:W3CDTF">2013-01-27T09:14:16Z</dcterms:created>
  <dcterms:modified xsi:type="dcterms:W3CDTF">2026-10-13T07:36:49Z</dcterms:modified>
  <cp:category/>
</cp:coreProperties>
</file>