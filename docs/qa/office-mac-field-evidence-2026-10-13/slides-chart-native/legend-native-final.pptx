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7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t"/>
      <c:overlay val="0"/>
    </c:legend>
    <c:plotVisOnly val="1"/>
    <c:dispBlanksAs val="gap"/>
  </c:chart>
  <c:spPr>
    <a:solidFill>
      <a:srgbClr val="FCE4D6"/>
    </a:solidFill>
    <a:ln w="38100">
      <a:solidFill>
        <a:srgbClr val="4472C4"/>
      </a:solidFill>
    </a:ln>
  </c:spPr>
  <c:extLst data-preserve="imported-chart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>
            <a:extLst>
              <a:ext uri="{FF2B5EF4-FFF2-40B4-BE49-F238E27FC236}">
                <a16:creationId xmlns:a16="http://schemas.microsoft.com/office/drawing/2014/main" id="{7EAAD628-81B8-4C14-85E0-ECC185975495}"/>
              </a:ext>
            </a:extLst>
          </p:cNvPr>
          <p:cNvGraphicFramePr/>
          <p:nvPr/>
        </p:nvGraphicFramePr>
        <p:xfrm>
          <a:off x="1828800" y="13716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