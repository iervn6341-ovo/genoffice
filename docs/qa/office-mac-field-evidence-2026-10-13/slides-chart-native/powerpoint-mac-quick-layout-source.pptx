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C3-874E-8225-2059D893B4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數列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C3-874E-8225-2059D893B4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數列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類別 1</c:v>
                </c:pt>
                <c:pt idx="1">
                  <c:v>類別 2</c:v>
                </c:pt>
                <c:pt idx="2">
                  <c:v>類別 3</c:v>
                </c:pt>
                <c:pt idx="3">
                  <c:v>類別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FC3-874E-8225-2059D893B4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7582144"/>
        <c:axId val="1667594240"/>
      </c:barChart>
      <c:catAx>
        <c:axId val="1667582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67594240"/>
        <c:crosses val="autoZero"/>
        <c:auto val="1"/>
        <c:lblAlgn val="ctr"/>
        <c:lblOffset val="100"/>
        <c:noMultiLvlLbl val="0"/>
      </c:catAx>
      <c:valAx>
        <c:axId val="1667594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67582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4CAE4D-E9E0-C23D-9C75-897640F64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252EF98-D98F-C2EC-47C2-6375BDA01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395AF1-1F62-C8D4-D86C-71FF2AAB5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4130EC-EF01-3B3C-7FE9-B344BB623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E5FBA0-2E9A-B7DF-741F-8F2AF0D3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2110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56D82B-05C6-2079-ABE2-9C83BDBF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B4F0F4-29AA-71E1-1AE5-2AA04B350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36DA2F-C879-13CB-A81A-F8C1CDA35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88FB44-E993-1D0C-6BA8-A5479BBA7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829371-1CEF-8DE4-2448-E5501A21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3835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07EB44-9DEE-3F51-B9CC-4B689C513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7FDE4DC-137B-C59C-03CB-A61164CAE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669BB7-BDC1-3006-3C9D-95DE488A2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8D3664-CF0D-C343-9B80-D13A9773E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01B2E0-658C-D434-60DD-9E4B292F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2414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E2DCD2-8716-1239-2691-9EB7F97D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2F3425-86E7-CFD3-D15F-334C316E7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BEA9FB-1B12-27DD-61E6-12AC00FCC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71DAEE-4831-EA00-85F3-2D6C78C5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92C2110-FC86-8D12-25AD-A0BE5C4AE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E96F-56DF-9C1B-6CA0-A577BFC1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9131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DD3BBD-3B01-4903-A4D4-369088D6A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62C53-7F41-7EE8-C81B-6878144A9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2F2C213-9578-B659-6031-8F1BA3619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2065E73-533A-15A1-B818-6F834B1A9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D9C9E3-441E-6937-F6C6-5F88DD8BE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949164B-9FE3-9F37-F4C1-25F69D096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9A6BAB7-B08C-8471-7AE3-CE0EACF0D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7C43D59-4105-5E6C-401F-15F9D0592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83658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4EBFFC-FC49-CAC3-DFDD-82C04CD00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B00FCC3-F3D4-0FBC-1240-3A1E8058D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3AE613B-13EB-5283-C176-27670F8E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83BD5D7-44FE-159D-2BFA-6E31475B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3052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FECCFD2-1580-8653-158D-062C833C3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FD3DD3-FE5A-7B93-FCD6-B3DD3F1B0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E2D7C1-09A5-04D0-6C2E-729AD542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0600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5B10E5-E38B-D8E3-8BA0-43A894DE3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FAC1D1-DD38-C0EE-4DC3-E0609F87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B80EDBD-EC4B-7987-D74D-5D863BD0E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934756-7B8B-D337-2DF9-515E7F742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A5F74C0-E835-C661-E40B-8AD2E27A2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CE3B54-7724-D06E-2CDF-9F450662F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36178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3C1E7C-77DC-2E9D-9DE0-2A26C859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B2D870D-AB3F-C13A-B05C-65A333ECB03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65A3228-AE78-C327-6D90-4CB19BBB0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C19B0C-EECD-FE6E-F684-5F5E623BA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F47258-08B6-E338-E04D-93E7F96E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F4EC079-163A-85AF-25A7-006AAE6C9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0305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A2D28F-5B90-CF89-3BA3-20E0AB06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C853A5D-7FB2-E435-2C79-54FD3B1CD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F2AB45-65A6-2725-B90A-C0A0AA6E4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B79F5C-FDE7-67A1-EDAB-DF36F01F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7D763D-A961-0303-796C-893114BDC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8613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0821830-7B63-1D49-2528-4C022D90B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D9A1497-BE75-8DE5-A921-CB47DC1EA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CC59C84-8375-F7F4-9282-781C779E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478767-DB8D-C3FB-FCAC-7513DE0C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3EC148-6AB5-021A-EA9E-551576CD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047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5DE8102-1478-3B3E-B957-E75F4F5B5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E33A81-BDE3-4641-16F4-331DFC726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6120EC-2407-5469-615C-A009BFF13C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1ADA0F-3507-7841-8CBF-C4BD9CCE96E8}" type="datetimeFigureOut">
              <a:rPr kumimoji="1" lang="zh-TW" altLang="en-US" smtClean="0"/>
              <a:t>2026/10/14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2850A6-2B83-D0B4-0D72-0F8CDF183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431A97-34C0-A974-2CEB-F523C8C27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47319-5236-EE4A-A965-94FF55BED62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2576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3CC6DA-5F6B-95F5-ECF4-184FC92A55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876E6D7-D8FB-41AB-ECC7-C5C3819391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41DE4652-F2E0-4022-1471-B6039C6E73B6}"/>
              </a:ext>
            </a:extLst>
          </p:cNvPr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64013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陳翰祺</dc:creator>
  <cp:lastModifiedBy>陳翰祺</cp:lastModifiedBy>
  <cp:revision>1</cp:revision>
  <dcterms:created xsi:type="dcterms:W3CDTF">2026-10-14T09:05:52Z</dcterms:created>
  <dcterms:modified xsi:type="dcterms:W3CDTF">2026-10-14T09:06:43Z</dcterms:modified>
</cp:coreProperties>
</file>