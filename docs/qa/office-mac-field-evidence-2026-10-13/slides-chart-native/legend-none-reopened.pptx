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charts/chart1.xml" ContentType="application/vnd.openxmlformats-officedocument.drawingml.chart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</c:v>
                </c:pt>
                <c:pt idx="1">
                  <c:v>7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legend>
      <c:legendPos val="r"/>
      <c:overlay val="0"/>
    </c:legend>
    <c:plotVisOnly val="1"/>
    <c:dispBlanksAs val="gap"/>
  </c:chart>
  <c:extLst data-preserve="imported-chart"/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2">
            <a:extLst>
              <a:ext uri="{FF2B5EF4-FFF2-40B4-BE49-F238E27FC236}">
                <a16:creationId xmlns:a16="http://schemas.microsoft.com/office/drawing/2014/main" id="{E9261AB5-AB25-411B-9B89-8572B62293C3}"/>
              </a:ext>
            </a:extLst>
          </p:cNvPr>
          <p:cNvGraphicFramePr/>
          <p:nvPr/>
        </p:nvGraphicFramePr>
        <p:xfrm>
          <a:off x="1828800" y="1371600"/>
          <a:ext cx="54864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