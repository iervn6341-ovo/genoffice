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C8DB5E-E161-4A76-9850-CC15B4D47CAA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y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(x^2+√(y))/(n+1)α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174EFA-C750-43DA-A998-80115E4DE5F7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